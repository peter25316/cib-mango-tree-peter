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Nunito"/>
      <p:regular r:id="rId17"/>
      <p:bold r:id="rId18"/>
      <p:italic r:id="rId19"/>
      <p:boldItalic r:id="rId20"/>
    </p:embeddedFont>
    <p:embeddedFont>
      <p:font typeface="Maven Pro"/>
      <p:regular r:id="rId21"/>
      <p:bold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unito-boldItalic.fntdata"/><Relationship Id="rId11" Type="http://schemas.openxmlformats.org/officeDocument/2006/relationships/slide" Target="slides/slide6.xml"/><Relationship Id="rId22" Type="http://schemas.openxmlformats.org/officeDocument/2006/relationships/font" Target="fonts/MavenPro-bold.fntdata"/><Relationship Id="rId10" Type="http://schemas.openxmlformats.org/officeDocument/2006/relationships/slide" Target="slides/slide5.xml"/><Relationship Id="rId21" Type="http://schemas.openxmlformats.org/officeDocument/2006/relationships/font" Target="fonts/MavenPro-regular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Nunito-regular.fnt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Nunito-italic.fntdata"/><Relationship Id="rId6" Type="http://schemas.openxmlformats.org/officeDocument/2006/relationships/slide" Target="slides/slide1.xml"/><Relationship Id="rId18" Type="http://schemas.openxmlformats.org/officeDocument/2006/relationships/font" Target="fonts/Nunito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9147defbd3_0_2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39147defbd3_0_2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9147defbd3_0_5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39147defbd3_0_5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9147defbd3_0_5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39147defbd3_0_5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9147defbd3_0_5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9147defbd3_0_5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9147defbd3_0_5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9147defbd3_0_5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9147defbd3_0_5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39147defbd3_0_5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9147defbd3_0_5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39147defbd3_0_5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9147defbd3_0_5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1" name="Google Shape;331;g39147defbd3_0_5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9147defbd3_0_5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8" name="Google Shape;338;g39147defbd3_0_5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9147defbd3_0_5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9147defbd3_0_5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3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7343003" y="3409675"/>
            <a:ext cx="1691422" cy="1732548"/>
            <a:chOff x="7343003" y="3409675"/>
            <a:chExt cx="1691422" cy="1732548"/>
          </a:xfrm>
        </p:grpSpPr>
        <p:grpSp>
          <p:nvGrpSpPr>
            <p:cNvPr id="11" name="Google Shape;11;p2"/>
            <p:cNvGrpSpPr/>
            <p:nvPr/>
          </p:nvGrpSpPr>
          <p:grpSpPr>
            <a:xfrm>
              <a:off x="7343003" y="4453711"/>
              <a:ext cx="316800" cy="688513"/>
              <a:chOff x="7343003" y="4453711"/>
              <a:chExt cx="316800" cy="688513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7343003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7343003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" name="Google Shape;14;p2"/>
            <p:cNvGrpSpPr/>
            <p:nvPr/>
          </p:nvGrpSpPr>
          <p:grpSpPr>
            <a:xfrm>
              <a:off x="7801210" y="4105700"/>
              <a:ext cx="316800" cy="1036523"/>
              <a:chOff x="7801210" y="4105700"/>
              <a:chExt cx="316800" cy="1036523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7801210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7801210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7801210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" name="Google Shape;18;p2"/>
            <p:cNvGrpSpPr/>
            <p:nvPr/>
          </p:nvGrpSpPr>
          <p:grpSpPr>
            <a:xfrm>
              <a:off x="8259418" y="3757688"/>
              <a:ext cx="316800" cy="1384535"/>
              <a:chOff x="8259418" y="3757688"/>
              <a:chExt cx="316800" cy="1384535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8259418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8259418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8259418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8259418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8717625" y="3409675"/>
              <a:ext cx="316800" cy="1732548"/>
              <a:chOff x="8717625" y="3409675"/>
              <a:chExt cx="316800" cy="1732548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8717625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8717625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8717625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8717625" y="3409675"/>
                <a:ext cx="316800" cy="1732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8717625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9" name="Google Shape;29;p2"/>
          <p:cNvGrpSpPr/>
          <p:nvPr/>
        </p:nvGrpSpPr>
        <p:grpSpPr>
          <a:xfrm>
            <a:off x="5043503" y="0"/>
            <a:ext cx="3814072" cy="3839102"/>
            <a:chOff x="5043503" y="0"/>
            <a:chExt cx="3814072" cy="3839102"/>
          </a:xfrm>
        </p:grpSpPr>
        <p:sp>
          <p:nvSpPr>
            <p:cNvPr id="30" name="Google Shape;30;p2"/>
            <p:cNvSpPr/>
            <p:nvPr/>
          </p:nvSpPr>
          <p:spPr>
            <a:xfrm>
              <a:off x="8460975" y="1817775"/>
              <a:ext cx="396600" cy="3966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 rot="-9830444">
              <a:off x="6469759" y="3480728"/>
              <a:ext cx="320148" cy="320148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2" name="Google Shape;32;p2"/>
            <p:cNvGrpSpPr/>
            <p:nvPr/>
          </p:nvGrpSpPr>
          <p:grpSpPr>
            <a:xfrm>
              <a:off x="7647812" y="2704283"/>
              <a:ext cx="635219" cy="635219"/>
              <a:chOff x="6725724" y="2701260"/>
              <a:chExt cx="1208101" cy="1208100"/>
            </a:xfrm>
          </p:grpSpPr>
          <p:sp>
            <p:nvSpPr>
              <p:cNvPr id="33" name="Google Shape;33;p2"/>
              <p:cNvSpPr/>
              <p:nvPr/>
            </p:nvSpPr>
            <p:spPr>
              <a:xfrm rot="5400000">
                <a:off x="6725725" y="2701260"/>
                <a:ext cx="1208100" cy="12081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 rot="5400000">
                <a:off x="6725724" y="2701260"/>
                <a:ext cx="1208100" cy="1208100"/>
              </a:xfrm>
              <a:prstGeom prst="pie">
                <a:avLst>
                  <a:gd fmla="val 8244818" name="adj1"/>
                  <a:gd fmla="val 16246175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 rot="5400000">
                <a:off x="6954988" y="2930398"/>
                <a:ext cx="749700" cy="7497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6" name="Google Shape;36;p2"/>
            <p:cNvSpPr/>
            <p:nvPr/>
          </p:nvSpPr>
          <p:spPr>
            <a:xfrm>
              <a:off x="8460975" y="1817775"/>
              <a:ext cx="396600" cy="396600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952720" y="179238"/>
              <a:ext cx="873165" cy="873003"/>
              <a:chOff x="7754428" y="208725"/>
              <a:chExt cx="541800" cy="541800"/>
            </a:xfrm>
          </p:grpSpPr>
          <p:sp>
            <p:nvSpPr>
              <p:cNvPr id="38" name="Google Shape;38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0" name="Google Shape;40;p2"/>
            <p:cNvSpPr/>
            <p:nvPr/>
          </p:nvSpPr>
          <p:spPr>
            <a:xfrm>
              <a:off x="5399840" y="356365"/>
              <a:ext cx="2577000" cy="25770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 rot="2043858">
              <a:off x="5503813" y="460310"/>
              <a:ext cx="2369480" cy="236948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399795" y="360281"/>
              <a:ext cx="2577000" cy="2577000"/>
            </a:xfrm>
            <a:prstGeom prst="pie">
              <a:avLst>
                <a:gd fmla="val 8801158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 rot="2044777">
              <a:off x="5911449" y="867729"/>
              <a:ext cx="1554223" cy="155422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399795" y="356358"/>
              <a:ext cx="2577000" cy="2577000"/>
            </a:xfrm>
            <a:prstGeom prst="pie">
              <a:avLst>
                <a:gd fmla="val 1255410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 rot="-9830444">
              <a:off x="6469759" y="3480727"/>
              <a:ext cx="320148" cy="320148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6" name="Google Shape;46;p2"/>
          <p:cNvSpPr txBox="1"/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2"/>
          <p:cNvSpPr txBox="1"/>
          <p:nvPr>
            <p:ph idx="1" type="subTitle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oogle Shape;50;p3"/>
          <p:cNvGrpSpPr/>
          <p:nvPr/>
        </p:nvGrpSpPr>
        <p:grpSpPr>
          <a:xfrm>
            <a:off x="146769" y="3406"/>
            <a:ext cx="1233215" cy="1384535"/>
            <a:chOff x="146769" y="3406"/>
            <a:chExt cx="1233215" cy="1384535"/>
          </a:xfrm>
        </p:grpSpPr>
        <p:grpSp>
          <p:nvGrpSpPr>
            <p:cNvPr id="51" name="Google Shape;51;p3"/>
            <p:cNvGrpSpPr/>
            <p:nvPr/>
          </p:nvGrpSpPr>
          <p:grpSpPr>
            <a:xfrm>
              <a:off x="1063183" y="3406"/>
              <a:ext cx="316800" cy="688513"/>
              <a:chOff x="1063183" y="3406"/>
              <a:chExt cx="316800" cy="688513"/>
            </a:xfrm>
          </p:grpSpPr>
          <p:sp>
            <p:nvSpPr>
              <p:cNvPr id="52" name="Google Shape;52;p3"/>
              <p:cNvSpPr/>
              <p:nvPr/>
            </p:nvSpPr>
            <p:spPr>
              <a:xfrm rot="10800000">
                <a:off x="1063183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" name="Google Shape;53;p3"/>
              <p:cNvSpPr/>
              <p:nvPr/>
            </p:nvSpPr>
            <p:spPr>
              <a:xfrm rot="10800000">
                <a:off x="1063183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4" name="Google Shape;54;p3"/>
            <p:cNvGrpSpPr/>
            <p:nvPr/>
          </p:nvGrpSpPr>
          <p:grpSpPr>
            <a:xfrm>
              <a:off x="604976" y="3406"/>
              <a:ext cx="316800" cy="1036524"/>
              <a:chOff x="604976" y="3406"/>
              <a:chExt cx="316800" cy="1036524"/>
            </a:xfrm>
          </p:grpSpPr>
          <p:sp>
            <p:nvSpPr>
              <p:cNvPr id="55" name="Google Shape;55;p3"/>
              <p:cNvSpPr/>
              <p:nvPr/>
            </p:nvSpPr>
            <p:spPr>
              <a:xfrm rot="10800000">
                <a:off x="604976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 rot="10800000">
                <a:off x="604976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 rot="10800000">
                <a:off x="604976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8" name="Google Shape;58;p3"/>
            <p:cNvGrpSpPr/>
            <p:nvPr/>
          </p:nvGrpSpPr>
          <p:grpSpPr>
            <a:xfrm>
              <a:off x="146769" y="3406"/>
              <a:ext cx="316800" cy="1384535"/>
              <a:chOff x="146769" y="3406"/>
              <a:chExt cx="316800" cy="1384535"/>
            </a:xfrm>
          </p:grpSpPr>
          <p:sp>
            <p:nvSpPr>
              <p:cNvPr id="59" name="Google Shape;59;p3"/>
              <p:cNvSpPr/>
              <p:nvPr/>
            </p:nvSpPr>
            <p:spPr>
              <a:xfrm rot="10800000">
                <a:off x="146769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" name="Google Shape;60;p3"/>
              <p:cNvSpPr/>
              <p:nvPr/>
            </p:nvSpPr>
            <p:spPr>
              <a:xfrm rot="10800000">
                <a:off x="146769" y="3441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" name="Google Shape;61;p3"/>
              <p:cNvSpPr/>
              <p:nvPr/>
            </p:nvSpPr>
            <p:spPr>
              <a:xfrm rot="10800000">
                <a:off x="146769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 rot="10800000">
                <a:off x="146769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63" name="Google Shape;63;p3"/>
          <p:cNvGrpSpPr/>
          <p:nvPr/>
        </p:nvGrpSpPr>
        <p:grpSpPr>
          <a:xfrm>
            <a:off x="6775084" y="2904008"/>
            <a:ext cx="2186148" cy="2239500"/>
            <a:chOff x="6775084" y="2904008"/>
            <a:chExt cx="2186148" cy="2239500"/>
          </a:xfrm>
        </p:grpSpPr>
        <p:grpSp>
          <p:nvGrpSpPr>
            <p:cNvPr id="64" name="Google Shape;64;p3"/>
            <p:cNvGrpSpPr/>
            <p:nvPr/>
          </p:nvGrpSpPr>
          <p:grpSpPr>
            <a:xfrm>
              <a:off x="6775084" y="4253708"/>
              <a:ext cx="409500" cy="889800"/>
              <a:chOff x="6775084" y="4253708"/>
              <a:chExt cx="409500" cy="889800"/>
            </a:xfrm>
          </p:grpSpPr>
          <p:sp>
            <p:nvSpPr>
              <p:cNvPr id="65" name="Google Shape;65;p3"/>
              <p:cNvSpPr/>
              <p:nvPr/>
            </p:nvSpPr>
            <p:spPr>
              <a:xfrm>
                <a:off x="6775084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6775084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7" name="Google Shape;67;p3"/>
            <p:cNvGrpSpPr/>
            <p:nvPr/>
          </p:nvGrpSpPr>
          <p:grpSpPr>
            <a:xfrm>
              <a:off x="7367299" y="3804008"/>
              <a:ext cx="409500" cy="1339500"/>
              <a:chOff x="7367299" y="3804008"/>
              <a:chExt cx="409500" cy="1339500"/>
            </a:xfrm>
          </p:grpSpPr>
          <p:sp>
            <p:nvSpPr>
              <p:cNvPr id="68" name="Google Shape;68;p3"/>
              <p:cNvSpPr/>
              <p:nvPr/>
            </p:nvSpPr>
            <p:spPr>
              <a:xfrm>
                <a:off x="7367299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" name="Google Shape;69;p3"/>
              <p:cNvSpPr/>
              <p:nvPr/>
            </p:nvSpPr>
            <p:spPr>
              <a:xfrm>
                <a:off x="7367299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" name="Google Shape;70;p3"/>
              <p:cNvSpPr/>
              <p:nvPr/>
            </p:nvSpPr>
            <p:spPr>
              <a:xfrm>
                <a:off x="7367299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1" name="Google Shape;71;p3"/>
            <p:cNvGrpSpPr/>
            <p:nvPr/>
          </p:nvGrpSpPr>
          <p:grpSpPr>
            <a:xfrm>
              <a:off x="7959516" y="3354008"/>
              <a:ext cx="409500" cy="1789500"/>
              <a:chOff x="7959516" y="3354008"/>
              <a:chExt cx="409500" cy="1789500"/>
            </a:xfrm>
          </p:grpSpPr>
          <p:sp>
            <p:nvSpPr>
              <p:cNvPr id="72" name="Google Shape;72;p3"/>
              <p:cNvSpPr/>
              <p:nvPr/>
            </p:nvSpPr>
            <p:spPr>
              <a:xfrm>
                <a:off x="7959516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7959516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7959516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7959516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6" name="Google Shape;76;p3"/>
            <p:cNvGrpSpPr/>
            <p:nvPr/>
          </p:nvGrpSpPr>
          <p:grpSpPr>
            <a:xfrm>
              <a:off x="8551731" y="2904008"/>
              <a:ext cx="409500" cy="2239500"/>
              <a:chOff x="8551731" y="2904008"/>
              <a:chExt cx="409500" cy="2239500"/>
            </a:xfrm>
          </p:grpSpPr>
          <p:sp>
            <p:nvSpPr>
              <p:cNvPr id="77" name="Google Shape;77;p3"/>
              <p:cNvSpPr/>
              <p:nvPr/>
            </p:nvSpPr>
            <p:spPr>
              <a:xfrm>
                <a:off x="8551731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" name="Google Shape;78;p3"/>
              <p:cNvSpPr/>
              <p:nvPr/>
            </p:nvSpPr>
            <p:spPr>
              <a:xfrm>
                <a:off x="8551731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" name="Google Shape;79;p3"/>
              <p:cNvSpPr/>
              <p:nvPr/>
            </p:nvSpPr>
            <p:spPr>
              <a:xfrm>
                <a:off x="8551731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8551731" y="2904008"/>
                <a:ext cx="409500" cy="22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8551731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82" name="Google Shape;82;p3"/>
          <p:cNvSpPr txBox="1"/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3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4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86" name="Google Shape;86;p4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4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8" name="Google Shape;88;p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9" name="Google Shape;89;p4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0" name="Google Shape;90;p4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5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93" name="Google Shape;93;p5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5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6" name="Google Shape;96;p5"/>
          <p:cNvSpPr txBox="1"/>
          <p:nvPr>
            <p:ph idx="1" type="body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7" name="Google Shape;97;p5"/>
          <p:cNvSpPr txBox="1"/>
          <p:nvPr>
            <p:ph idx="2" type="body"/>
          </p:nvPr>
        </p:nvSpPr>
        <p:spPr>
          <a:xfrm>
            <a:off x="490365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5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6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1" name="Google Shape;101;p6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6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6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4" name="Google Shape;104;p6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7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7" name="Google Shape;107;p7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7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9" name="Google Shape;109;p7"/>
          <p:cNvSpPr txBox="1"/>
          <p:nvPr>
            <p:ph type="title"/>
          </p:nvPr>
        </p:nvSpPr>
        <p:spPr>
          <a:xfrm>
            <a:off x="1303800" y="598575"/>
            <a:ext cx="33120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0" name="Google Shape;110;p7"/>
          <p:cNvSpPr txBox="1"/>
          <p:nvPr>
            <p:ph idx="1" type="body"/>
          </p:nvPr>
        </p:nvSpPr>
        <p:spPr>
          <a:xfrm>
            <a:off x="1303800" y="2309675"/>
            <a:ext cx="3312000" cy="222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1" name="Google Shape;111;p7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8"/>
          <p:cNvGrpSpPr/>
          <p:nvPr/>
        </p:nvGrpSpPr>
        <p:grpSpPr>
          <a:xfrm>
            <a:off x="6866714" y="1306"/>
            <a:ext cx="2267451" cy="2601690"/>
            <a:chOff x="6790514" y="1306"/>
            <a:chExt cx="2267451" cy="2601690"/>
          </a:xfrm>
        </p:grpSpPr>
        <p:grpSp>
          <p:nvGrpSpPr>
            <p:cNvPr id="114" name="Google Shape;114;p8"/>
            <p:cNvGrpSpPr/>
            <p:nvPr/>
          </p:nvGrpSpPr>
          <p:grpSpPr>
            <a:xfrm>
              <a:off x="7067465" y="1306"/>
              <a:ext cx="1990500" cy="1990200"/>
              <a:chOff x="7067465" y="1306"/>
              <a:chExt cx="1990500" cy="1990200"/>
            </a:xfrm>
          </p:grpSpPr>
          <p:sp>
            <p:nvSpPr>
              <p:cNvPr id="115" name="Google Shape;115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 rot="-8649154">
                <a:off x="7349891" y="283705"/>
                <a:ext cx="1425647" cy="14254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18" name="Google Shape;118;p8"/>
            <p:cNvGrpSpPr/>
            <p:nvPr/>
          </p:nvGrpSpPr>
          <p:grpSpPr>
            <a:xfrm>
              <a:off x="8207126" y="1807996"/>
              <a:ext cx="795000" cy="795000"/>
              <a:chOff x="8207126" y="1807996"/>
              <a:chExt cx="795000" cy="795000"/>
            </a:xfrm>
          </p:grpSpPr>
          <p:sp>
            <p:nvSpPr>
              <p:cNvPr id="119" name="Google Shape;119;p8"/>
              <p:cNvSpPr/>
              <p:nvPr/>
            </p:nvSpPr>
            <p:spPr>
              <a:xfrm rot="2152054">
                <a:off x="8319942" y="1920813"/>
                <a:ext cx="569367" cy="569367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2" name="Google Shape;122;p8"/>
            <p:cNvGrpSpPr/>
            <p:nvPr/>
          </p:nvGrpSpPr>
          <p:grpSpPr>
            <a:xfrm>
              <a:off x="6790514" y="118857"/>
              <a:ext cx="548700" cy="548700"/>
              <a:chOff x="6790514" y="118857"/>
              <a:chExt cx="548700" cy="548700"/>
            </a:xfrm>
          </p:grpSpPr>
          <p:sp>
            <p:nvSpPr>
              <p:cNvPr id="123" name="Google Shape;123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25" name="Google Shape;125;p8"/>
          <p:cNvSpPr txBox="1"/>
          <p:nvPr>
            <p:ph type="title"/>
          </p:nvPr>
        </p:nvSpPr>
        <p:spPr>
          <a:xfrm>
            <a:off x="824000" y="763600"/>
            <a:ext cx="5857800" cy="357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6" name="Google Shape;126;p8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9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29" name="Google Shape;129;p9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9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1" name="Google Shape;131;p9"/>
          <p:cNvSpPr txBox="1"/>
          <p:nvPr>
            <p:ph type="title"/>
          </p:nvPr>
        </p:nvSpPr>
        <p:spPr>
          <a:xfrm>
            <a:off x="1303800" y="598575"/>
            <a:ext cx="3430500" cy="19902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2" name="Google Shape;132;p9"/>
          <p:cNvSpPr txBox="1"/>
          <p:nvPr>
            <p:ph idx="1" type="subTitle"/>
          </p:nvPr>
        </p:nvSpPr>
        <p:spPr>
          <a:xfrm>
            <a:off x="1303800" y="2743203"/>
            <a:ext cx="3430500" cy="7260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33" name="Google Shape;133;p9"/>
          <p:cNvSpPr txBox="1"/>
          <p:nvPr>
            <p:ph idx="2" type="body"/>
          </p:nvPr>
        </p:nvSpPr>
        <p:spPr>
          <a:xfrm>
            <a:off x="4903700" y="661000"/>
            <a:ext cx="3430500" cy="38706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34" name="Google Shape;134;p9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10"/>
          <p:cNvGrpSpPr/>
          <p:nvPr/>
        </p:nvGrpSpPr>
        <p:grpSpPr>
          <a:xfrm>
            <a:off x="713373" y="3847119"/>
            <a:ext cx="825392" cy="825392"/>
            <a:chOff x="348199" y="179450"/>
            <a:chExt cx="1116300" cy="11163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0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9" name="Google Shape;139;p10"/>
          <p:cNvSpPr txBox="1"/>
          <p:nvPr>
            <p:ph idx="1" type="body"/>
          </p:nvPr>
        </p:nvSpPr>
        <p:spPr>
          <a:xfrm>
            <a:off x="1303800" y="4138975"/>
            <a:ext cx="5843100" cy="53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40" name="Google Shape;140;p10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oogle Shape;142;p11"/>
          <p:cNvGrpSpPr/>
          <p:nvPr/>
        </p:nvGrpSpPr>
        <p:grpSpPr>
          <a:xfrm>
            <a:off x="52" y="4099200"/>
            <a:ext cx="9144036" cy="1044300"/>
            <a:chOff x="52" y="4099200"/>
            <a:chExt cx="9144036" cy="1044300"/>
          </a:xfrm>
        </p:grpSpPr>
        <p:grpSp>
          <p:nvGrpSpPr>
            <p:cNvPr id="143" name="Google Shape;143;p11"/>
            <p:cNvGrpSpPr/>
            <p:nvPr/>
          </p:nvGrpSpPr>
          <p:grpSpPr>
            <a:xfrm>
              <a:off x="52" y="4309200"/>
              <a:ext cx="231622" cy="834300"/>
              <a:chOff x="2688737" y="4301380"/>
              <a:chExt cx="231900" cy="834300"/>
            </a:xfrm>
          </p:grpSpPr>
          <p:sp>
            <p:nvSpPr>
              <p:cNvPr id="144" name="Google Shape;144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" name="Google Shape;147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8" name="Google Shape;148;p11"/>
            <p:cNvGrpSpPr/>
            <p:nvPr/>
          </p:nvGrpSpPr>
          <p:grpSpPr>
            <a:xfrm>
              <a:off x="371406" y="4099200"/>
              <a:ext cx="231622" cy="1044300"/>
              <a:chOff x="2688737" y="4091380"/>
              <a:chExt cx="231900" cy="1044300"/>
            </a:xfrm>
          </p:grpSpPr>
          <p:sp>
            <p:nvSpPr>
              <p:cNvPr id="149" name="Google Shape;149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" name="Google Shape;150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11"/>
              <p:cNvSpPr/>
              <p:nvPr/>
            </p:nvSpPr>
            <p:spPr>
              <a:xfrm flipH="1">
                <a:off x="2688737" y="4091380"/>
                <a:ext cx="2319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" name="Google Shape;153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4" name="Google Shape;154;p11"/>
            <p:cNvGrpSpPr/>
            <p:nvPr/>
          </p:nvGrpSpPr>
          <p:grpSpPr>
            <a:xfrm>
              <a:off x="742761" y="4309200"/>
              <a:ext cx="231622" cy="834300"/>
              <a:chOff x="2688737" y="4301380"/>
              <a:chExt cx="231900" cy="834300"/>
            </a:xfrm>
          </p:grpSpPr>
          <p:sp>
            <p:nvSpPr>
              <p:cNvPr id="155" name="Google Shape;155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" name="Google Shape;156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9" name="Google Shape;159;p11"/>
            <p:cNvGrpSpPr/>
            <p:nvPr/>
          </p:nvGrpSpPr>
          <p:grpSpPr>
            <a:xfrm>
              <a:off x="1114115" y="4518900"/>
              <a:ext cx="231622" cy="624600"/>
              <a:chOff x="2688737" y="4511080"/>
              <a:chExt cx="231900" cy="624600"/>
            </a:xfrm>
          </p:grpSpPr>
          <p:sp>
            <p:nvSpPr>
              <p:cNvPr id="160" name="Google Shape;160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" name="Google Shape;16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" name="Google Shape;162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3" name="Google Shape;163;p11"/>
            <p:cNvGrpSpPr/>
            <p:nvPr/>
          </p:nvGrpSpPr>
          <p:grpSpPr>
            <a:xfrm>
              <a:off x="1856753" y="4099200"/>
              <a:ext cx="231600" cy="1044300"/>
              <a:chOff x="1856753" y="4099200"/>
              <a:chExt cx="231600" cy="1044300"/>
            </a:xfrm>
          </p:grpSpPr>
          <p:sp>
            <p:nvSpPr>
              <p:cNvPr id="164" name="Google Shape;164;p11"/>
              <p:cNvSpPr/>
              <p:nvPr/>
            </p:nvSpPr>
            <p:spPr>
              <a:xfrm flipH="1">
                <a:off x="185675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 flipH="1">
                <a:off x="185675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 flipH="1">
                <a:off x="185675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" name="Google Shape;167;p11"/>
              <p:cNvSpPr/>
              <p:nvPr/>
            </p:nvSpPr>
            <p:spPr>
              <a:xfrm flipH="1">
                <a:off x="1856753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" name="Google Shape;168;p11"/>
              <p:cNvSpPr/>
              <p:nvPr/>
            </p:nvSpPr>
            <p:spPr>
              <a:xfrm flipH="1">
                <a:off x="185675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9" name="Google Shape;169;p11"/>
            <p:cNvGrpSpPr/>
            <p:nvPr/>
          </p:nvGrpSpPr>
          <p:grpSpPr>
            <a:xfrm>
              <a:off x="2228107" y="4309200"/>
              <a:ext cx="231600" cy="834300"/>
              <a:chOff x="2228107" y="4309200"/>
              <a:chExt cx="231600" cy="834300"/>
            </a:xfrm>
          </p:grpSpPr>
          <p:sp>
            <p:nvSpPr>
              <p:cNvPr id="170" name="Google Shape;170;p11"/>
              <p:cNvSpPr/>
              <p:nvPr/>
            </p:nvSpPr>
            <p:spPr>
              <a:xfrm flipH="1">
                <a:off x="222810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 flipH="1">
                <a:off x="2228107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 flipH="1">
                <a:off x="222810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11"/>
              <p:cNvSpPr/>
              <p:nvPr/>
            </p:nvSpPr>
            <p:spPr>
              <a:xfrm flipH="1">
                <a:off x="222810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4" name="Google Shape;174;p11"/>
            <p:cNvGrpSpPr/>
            <p:nvPr/>
          </p:nvGrpSpPr>
          <p:grpSpPr>
            <a:xfrm>
              <a:off x="2599462" y="4518900"/>
              <a:ext cx="231600" cy="624600"/>
              <a:chOff x="2599462" y="4518900"/>
              <a:chExt cx="231600" cy="624600"/>
            </a:xfrm>
          </p:grpSpPr>
          <p:sp>
            <p:nvSpPr>
              <p:cNvPr id="175" name="Google Shape;175;p11"/>
              <p:cNvSpPr/>
              <p:nvPr/>
            </p:nvSpPr>
            <p:spPr>
              <a:xfrm flipH="1">
                <a:off x="259946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" name="Google Shape;176;p11"/>
              <p:cNvSpPr/>
              <p:nvPr/>
            </p:nvSpPr>
            <p:spPr>
              <a:xfrm flipH="1">
                <a:off x="259946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11"/>
              <p:cNvSpPr/>
              <p:nvPr/>
            </p:nvSpPr>
            <p:spPr>
              <a:xfrm flipH="1">
                <a:off x="259946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8" name="Google Shape;178;p11"/>
            <p:cNvGrpSpPr/>
            <p:nvPr/>
          </p:nvGrpSpPr>
          <p:grpSpPr>
            <a:xfrm>
              <a:off x="3342171" y="4099200"/>
              <a:ext cx="231600" cy="1044300"/>
              <a:chOff x="3342171" y="4099200"/>
              <a:chExt cx="231600" cy="1044300"/>
            </a:xfrm>
          </p:grpSpPr>
          <p:sp>
            <p:nvSpPr>
              <p:cNvPr id="179" name="Google Shape;179;p11"/>
              <p:cNvSpPr/>
              <p:nvPr/>
            </p:nvSpPr>
            <p:spPr>
              <a:xfrm flipH="1">
                <a:off x="334217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" name="Google Shape;180;p11"/>
              <p:cNvSpPr/>
              <p:nvPr/>
            </p:nvSpPr>
            <p:spPr>
              <a:xfrm flipH="1">
                <a:off x="334217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11"/>
              <p:cNvSpPr/>
              <p:nvPr/>
            </p:nvSpPr>
            <p:spPr>
              <a:xfrm flipH="1">
                <a:off x="334217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1"/>
              <p:cNvSpPr/>
              <p:nvPr/>
            </p:nvSpPr>
            <p:spPr>
              <a:xfrm flipH="1">
                <a:off x="3342171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11"/>
              <p:cNvSpPr/>
              <p:nvPr/>
            </p:nvSpPr>
            <p:spPr>
              <a:xfrm flipH="1">
                <a:off x="334217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4" name="Google Shape;184;p11"/>
            <p:cNvGrpSpPr/>
            <p:nvPr/>
          </p:nvGrpSpPr>
          <p:grpSpPr>
            <a:xfrm>
              <a:off x="3713525" y="4309200"/>
              <a:ext cx="231600" cy="834300"/>
              <a:chOff x="3713525" y="4309200"/>
              <a:chExt cx="231600" cy="834300"/>
            </a:xfrm>
          </p:grpSpPr>
          <p:sp>
            <p:nvSpPr>
              <p:cNvPr id="185" name="Google Shape;185;p11"/>
              <p:cNvSpPr/>
              <p:nvPr/>
            </p:nvSpPr>
            <p:spPr>
              <a:xfrm flipH="1">
                <a:off x="371352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1"/>
              <p:cNvSpPr/>
              <p:nvPr/>
            </p:nvSpPr>
            <p:spPr>
              <a:xfrm flipH="1">
                <a:off x="3713525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11"/>
              <p:cNvSpPr/>
              <p:nvPr/>
            </p:nvSpPr>
            <p:spPr>
              <a:xfrm flipH="1">
                <a:off x="371352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" name="Google Shape;188;p11"/>
              <p:cNvSpPr/>
              <p:nvPr/>
            </p:nvSpPr>
            <p:spPr>
              <a:xfrm flipH="1">
                <a:off x="371352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9" name="Google Shape;189;p11"/>
            <p:cNvGrpSpPr/>
            <p:nvPr/>
          </p:nvGrpSpPr>
          <p:grpSpPr>
            <a:xfrm>
              <a:off x="1485398" y="4309200"/>
              <a:ext cx="231600" cy="834300"/>
              <a:chOff x="1485398" y="4309200"/>
              <a:chExt cx="231600" cy="834300"/>
            </a:xfrm>
          </p:grpSpPr>
          <p:sp>
            <p:nvSpPr>
              <p:cNvPr id="190" name="Google Shape;190;p11"/>
              <p:cNvSpPr/>
              <p:nvPr/>
            </p:nvSpPr>
            <p:spPr>
              <a:xfrm flipH="1">
                <a:off x="148539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" name="Google Shape;191;p11"/>
              <p:cNvSpPr/>
              <p:nvPr/>
            </p:nvSpPr>
            <p:spPr>
              <a:xfrm flipH="1">
                <a:off x="148539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" name="Google Shape;192;p11"/>
              <p:cNvSpPr/>
              <p:nvPr/>
            </p:nvSpPr>
            <p:spPr>
              <a:xfrm flipH="1">
                <a:off x="148539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" name="Google Shape;193;p11"/>
              <p:cNvSpPr/>
              <p:nvPr/>
            </p:nvSpPr>
            <p:spPr>
              <a:xfrm flipH="1">
                <a:off x="148539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4" name="Google Shape;194;p11"/>
            <p:cNvGrpSpPr/>
            <p:nvPr/>
          </p:nvGrpSpPr>
          <p:grpSpPr>
            <a:xfrm>
              <a:off x="4084879" y="4518900"/>
              <a:ext cx="231600" cy="624600"/>
              <a:chOff x="4084879" y="4518900"/>
              <a:chExt cx="231600" cy="624600"/>
            </a:xfrm>
          </p:grpSpPr>
          <p:sp>
            <p:nvSpPr>
              <p:cNvPr id="195" name="Google Shape;195;p11"/>
              <p:cNvSpPr/>
              <p:nvPr/>
            </p:nvSpPr>
            <p:spPr>
              <a:xfrm flipH="1">
                <a:off x="40848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" name="Google Shape;196;p11"/>
              <p:cNvSpPr/>
              <p:nvPr/>
            </p:nvSpPr>
            <p:spPr>
              <a:xfrm flipH="1">
                <a:off x="40848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" name="Google Shape;197;p11"/>
              <p:cNvSpPr/>
              <p:nvPr/>
            </p:nvSpPr>
            <p:spPr>
              <a:xfrm flipH="1">
                <a:off x="40848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8" name="Google Shape;198;p11"/>
            <p:cNvGrpSpPr/>
            <p:nvPr/>
          </p:nvGrpSpPr>
          <p:grpSpPr>
            <a:xfrm>
              <a:off x="2970816" y="4309200"/>
              <a:ext cx="231600" cy="834300"/>
              <a:chOff x="2970816" y="4309200"/>
              <a:chExt cx="231600" cy="834300"/>
            </a:xfrm>
          </p:grpSpPr>
          <p:sp>
            <p:nvSpPr>
              <p:cNvPr id="199" name="Google Shape;199;p11"/>
              <p:cNvSpPr/>
              <p:nvPr/>
            </p:nvSpPr>
            <p:spPr>
              <a:xfrm flipH="1">
                <a:off x="297081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" name="Google Shape;200;p11"/>
              <p:cNvSpPr/>
              <p:nvPr/>
            </p:nvSpPr>
            <p:spPr>
              <a:xfrm flipH="1">
                <a:off x="297081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" name="Google Shape;201;p11"/>
              <p:cNvSpPr/>
              <p:nvPr/>
            </p:nvSpPr>
            <p:spPr>
              <a:xfrm flipH="1">
                <a:off x="297081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" name="Google Shape;202;p11"/>
              <p:cNvSpPr/>
              <p:nvPr/>
            </p:nvSpPr>
            <p:spPr>
              <a:xfrm flipH="1">
                <a:off x="297081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3" name="Google Shape;203;p11"/>
            <p:cNvGrpSpPr/>
            <p:nvPr/>
          </p:nvGrpSpPr>
          <p:grpSpPr>
            <a:xfrm>
              <a:off x="4456234" y="4309200"/>
              <a:ext cx="231600" cy="834300"/>
              <a:chOff x="4456234" y="4309200"/>
              <a:chExt cx="231600" cy="834300"/>
            </a:xfrm>
          </p:grpSpPr>
          <p:sp>
            <p:nvSpPr>
              <p:cNvPr id="204" name="Google Shape;204;p11"/>
              <p:cNvSpPr/>
              <p:nvPr/>
            </p:nvSpPr>
            <p:spPr>
              <a:xfrm flipH="1">
                <a:off x="445623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11"/>
              <p:cNvSpPr/>
              <p:nvPr/>
            </p:nvSpPr>
            <p:spPr>
              <a:xfrm flipH="1">
                <a:off x="445623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11"/>
              <p:cNvSpPr/>
              <p:nvPr/>
            </p:nvSpPr>
            <p:spPr>
              <a:xfrm flipH="1">
                <a:off x="445623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" name="Google Shape;207;p11"/>
              <p:cNvSpPr/>
              <p:nvPr/>
            </p:nvSpPr>
            <p:spPr>
              <a:xfrm flipH="1">
                <a:off x="445623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8" name="Google Shape;208;p11"/>
            <p:cNvGrpSpPr/>
            <p:nvPr/>
          </p:nvGrpSpPr>
          <p:grpSpPr>
            <a:xfrm>
              <a:off x="4827588" y="4099200"/>
              <a:ext cx="231600" cy="1044300"/>
              <a:chOff x="4827588" y="4099200"/>
              <a:chExt cx="231600" cy="1044300"/>
            </a:xfrm>
          </p:grpSpPr>
          <p:sp>
            <p:nvSpPr>
              <p:cNvPr id="209" name="Google Shape;209;p11"/>
              <p:cNvSpPr/>
              <p:nvPr/>
            </p:nvSpPr>
            <p:spPr>
              <a:xfrm flipH="1">
                <a:off x="48275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11"/>
              <p:cNvSpPr/>
              <p:nvPr/>
            </p:nvSpPr>
            <p:spPr>
              <a:xfrm flipH="1">
                <a:off x="48275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1" name="Google Shape;211;p11"/>
              <p:cNvSpPr/>
              <p:nvPr/>
            </p:nvSpPr>
            <p:spPr>
              <a:xfrm flipH="1">
                <a:off x="48275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2" name="Google Shape;212;p11"/>
              <p:cNvSpPr/>
              <p:nvPr/>
            </p:nvSpPr>
            <p:spPr>
              <a:xfrm flipH="1">
                <a:off x="4827588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11"/>
              <p:cNvSpPr/>
              <p:nvPr/>
            </p:nvSpPr>
            <p:spPr>
              <a:xfrm flipH="1">
                <a:off x="48275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4" name="Google Shape;214;p11"/>
            <p:cNvGrpSpPr/>
            <p:nvPr/>
          </p:nvGrpSpPr>
          <p:grpSpPr>
            <a:xfrm>
              <a:off x="5198943" y="4309200"/>
              <a:ext cx="231600" cy="834300"/>
              <a:chOff x="5198943" y="4309200"/>
              <a:chExt cx="231600" cy="834300"/>
            </a:xfrm>
          </p:grpSpPr>
          <p:sp>
            <p:nvSpPr>
              <p:cNvPr id="215" name="Google Shape;215;p11"/>
              <p:cNvSpPr/>
              <p:nvPr/>
            </p:nvSpPr>
            <p:spPr>
              <a:xfrm flipH="1">
                <a:off x="519894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" name="Google Shape;216;p11"/>
              <p:cNvSpPr/>
              <p:nvPr/>
            </p:nvSpPr>
            <p:spPr>
              <a:xfrm flipH="1">
                <a:off x="519894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11"/>
              <p:cNvSpPr/>
              <p:nvPr/>
            </p:nvSpPr>
            <p:spPr>
              <a:xfrm flipH="1">
                <a:off x="519894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11"/>
              <p:cNvSpPr/>
              <p:nvPr/>
            </p:nvSpPr>
            <p:spPr>
              <a:xfrm flipH="1">
                <a:off x="519894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9" name="Google Shape;219;p11"/>
            <p:cNvGrpSpPr/>
            <p:nvPr/>
          </p:nvGrpSpPr>
          <p:grpSpPr>
            <a:xfrm>
              <a:off x="5570297" y="4518900"/>
              <a:ext cx="231600" cy="624600"/>
              <a:chOff x="5570297" y="4518900"/>
              <a:chExt cx="231600" cy="624600"/>
            </a:xfrm>
          </p:grpSpPr>
          <p:sp>
            <p:nvSpPr>
              <p:cNvPr id="220" name="Google Shape;220;p11"/>
              <p:cNvSpPr/>
              <p:nvPr/>
            </p:nvSpPr>
            <p:spPr>
              <a:xfrm flipH="1">
                <a:off x="557029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" name="Google Shape;221;p11"/>
              <p:cNvSpPr/>
              <p:nvPr/>
            </p:nvSpPr>
            <p:spPr>
              <a:xfrm flipH="1">
                <a:off x="557029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11"/>
              <p:cNvSpPr/>
              <p:nvPr/>
            </p:nvSpPr>
            <p:spPr>
              <a:xfrm flipH="1">
                <a:off x="557029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3" name="Google Shape;223;p11"/>
            <p:cNvGrpSpPr/>
            <p:nvPr/>
          </p:nvGrpSpPr>
          <p:grpSpPr>
            <a:xfrm>
              <a:off x="5941652" y="4309200"/>
              <a:ext cx="231600" cy="834300"/>
              <a:chOff x="5941652" y="4309200"/>
              <a:chExt cx="231600" cy="834300"/>
            </a:xfrm>
          </p:grpSpPr>
          <p:sp>
            <p:nvSpPr>
              <p:cNvPr id="224" name="Google Shape;224;p11"/>
              <p:cNvSpPr/>
              <p:nvPr/>
            </p:nvSpPr>
            <p:spPr>
              <a:xfrm flipH="1">
                <a:off x="594165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" name="Google Shape;225;p11"/>
              <p:cNvSpPr/>
              <p:nvPr/>
            </p:nvSpPr>
            <p:spPr>
              <a:xfrm flipH="1">
                <a:off x="5941652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11"/>
              <p:cNvSpPr/>
              <p:nvPr/>
            </p:nvSpPr>
            <p:spPr>
              <a:xfrm flipH="1">
                <a:off x="594165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11"/>
              <p:cNvSpPr/>
              <p:nvPr/>
            </p:nvSpPr>
            <p:spPr>
              <a:xfrm flipH="1">
                <a:off x="594165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8" name="Google Shape;228;p11"/>
            <p:cNvGrpSpPr/>
            <p:nvPr/>
          </p:nvGrpSpPr>
          <p:grpSpPr>
            <a:xfrm>
              <a:off x="6313006" y="4099200"/>
              <a:ext cx="231600" cy="1044300"/>
              <a:chOff x="6313006" y="4099200"/>
              <a:chExt cx="231600" cy="1044300"/>
            </a:xfrm>
          </p:grpSpPr>
          <p:sp>
            <p:nvSpPr>
              <p:cNvPr id="229" name="Google Shape;229;p11"/>
              <p:cNvSpPr/>
              <p:nvPr/>
            </p:nvSpPr>
            <p:spPr>
              <a:xfrm flipH="1">
                <a:off x="631300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11"/>
              <p:cNvSpPr/>
              <p:nvPr/>
            </p:nvSpPr>
            <p:spPr>
              <a:xfrm flipH="1">
                <a:off x="631300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11"/>
              <p:cNvSpPr/>
              <p:nvPr/>
            </p:nvSpPr>
            <p:spPr>
              <a:xfrm flipH="1">
                <a:off x="631300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" name="Google Shape;232;p11"/>
              <p:cNvSpPr/>
              <p:nvPr/>
            </p:nvSpPr>
            <p:spPr>
              <a:xfrm flipH="1">
                <a:off x="6313006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" name="Google Shape;233;p11"/>
              <p:cNvSpPr/>
              <p:nvPr/>
            </p:nvSpPr>
            <p:spPr>
              <a:xfrm flipH="1">
                <a:off x="631300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4" name="Google Shape;234;p11"/>
            <p:cNvGrpSpPr/>
            <p:nvPr/>
          </p:nvGrpSpPr>
          <p:grpSpPr>
            <a:xfrm>
              <a:off x="6684361" y="4309200"/>
              <a:ext cx="231600" cy="834300"/>
              <a:chOff x="6684361" y="4309200"/>
              <a:chExt cx="231600" cy="834300"/>
            </a:xfrm>
          </p:grpSpPr>
          <p:sp>
            <p:nvSpPr>
              <p:cNvPr id="235" name="Google Shape;235;p11"/>
              <p:cNvSpPr/>
              <p:nvPr/>
            </p:nvSpPr>
            <p:spPr>
              <a:xfrm flipH="1">
                <a:off x="668436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" name="Google Shape;236;p11"/>
              <p:cNvSpPr/>
              <p:nvPr/>
            </p:nvSpPr>
            <p:spPr>
              <a:xfrm flipH="1">
                <a:off x="668436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" name="Google Shape;237;p11"/>
              <p:cNvSpPr/>
              <p:nvPr/>
            </p:nvSpPr>
            <p:spPr>
              <a:xfrm flipH="1">
                <a:off x="668436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" name="Google Shape;238;p11"/>
              <p:cNvSpPr/>
              <p:nvPr/>
            </p:nvSpPr>
            <p:spPr>
              <a:xfrm flipH="1">
                <a:off x="668436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9" name="Google Shape;239;p11"/>
            <p:cNvGrpSpPr/>
            <p:nvPr/>
          </p:nvGrpSpPr>
          <p:grpSpPr>
            <a:xfrm>
              <a:off x="7055715" y="4518900"/>
              <a:ext cx="231600" cy="624600"/>
              <a:chOff x="7055715" y="4518900"/>
              <a:chExt cx="231600" cy="624600"/>
            </a:xfrm>
          </p:grpSpPr>
          <p:sp>
            <p:nvSpPr>
              <p:cNvPr id="240" name="Google Shape;240;p11"/>
              <p:cNvSpPr/>
              <p:nvPr/>
            </p:nvSpPr>
            <p:spPr>
              <a:xfrm flipH="1">
                <a:off x="705571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" name="Google Shape;241;p11"/>
              <p:cNvSpPr/>
              <p:nvPr/>
            </p:nvSpPr>
            <p:spPr>
              <a:xfrm flipH="1">
                <a:off x="705571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" name="Google Shape;242;p11"/>
              <p:cNvSpPr/>
              <p:nvPr/>
            </p:nvSpPr>
            <p:spPr>
              <a:xfrm flipH="1">
                <a:off x="705571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3" name="Google Shape;243;p11"/>
            <p:cNvGrpSpPr/>
            <p:nvPr/>
          </p:nvGrpSpPr>
          <p:grpSpPr>
            <a:xfrm>
              <a:off x="7798424" y="4099200"/>
              <a:ext cx="231600" cy="1044300"/>
              <a:chOff x="7798424" y="4099200"/>
              <a:chExt cx="231600" cy="1044300"/>
            </a:xfrm>
          </p:grpSpPr>
          <p:sp>
            <p:nvSpPr>
              <p:cNvPr id="244" name="Google Shape;244;p11"/>
              <p:cNvSpPr/>
              <p:nvPr/>
            </p:nvSpPr>
            <p:spPr>
              <a:xfrm flipH="1">
                <a:off x="779842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" name="Google Shape;245;p11"/>
              <p:cNvSpPr/>
              <p:nvPr/>
            </p:nvSpPr>
            <p:spPr>
              <a:xfrm flipH="1">
                <a:off x="779842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" name="Google Shape;246;p11"/>
              <p:cNvSpPr/>
              <p:nvPr/>
            </p:nvSpPr>
            <p:spPr>
              <a:xfrm flipH="1">
                <a:off x="779842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" name="Google Shape;247;p11"/>
              <p:cNvSpPr/>
              <p:nvPr/>
            </p:nvSpPr>
            <p:spPr>
              <a:xfrm flipH="1">
                <a:off x="7798424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" name="Google Shape;248;p11"/>
              <p:cNvSpPr/>
              <p:nvPr/>
            </p:nvSpPr>
            <p:spPr>
              <a:xfrm flipH="1">
                <a:off x="779842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9" name="Google Shape;249;p11"/>
            <p:cNvGrpSpPr/>
            <p:nvPr/>
          </p:nvGrpSpPr>
          <p:grpSpPr>
            <a:xfrm>
              <a:off x="8169779" y="4309200"/>
              <a:ext cx="231600" cy="834300"/>
              <a:chOff x="8169779" y="4309200"/>
              <a:chExt cx="231600" cy="834300"/>
            </a:xfrm>
          </p:grpSpPr>
          <p:sp>
            <p:nvSpPr>
              <p:cNvPr id="250" name="Google Shape;250;p11"/>
              <p:cNvSpPr/>
              <p:nvPr/>
            </p:nvSpPr>
            <p:spPr>
              <a:xfrm flipH="1">
                <a:off x="81697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" name="Google Shape;251;p11"/>
              <p:cNvSpPr/>
              <p:nvPr/>
            </p:nvSpPr>
            <p:spPr>
              <a:xfrm flipH="1">
                <a:off x="8169779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" name="Google Shape;252;p11"/>
              <p:cNvSpPr/>
              <p:nvPr/>
            </p:nvSpPr>
            <p:spPr>
              <a:xfrm flipH="1">
                <a:off x="81697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" name="Google Shape;253;p11"/>
              <p:cNvSpPr/>
              <p:nvPr/>
            </p:nvSpPr>
            <p:spPr>
              <a:xfrm flipH="1">
                <a:off x="81697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4" name="Google Shape;254;p11"/>
            <p:cNvGrpSpPr/>
            <p:nvPr/>
          </p:nvGrpSpPr>
          <p:grpSpPr>
            <a:xfrm>
              <a:off x="7427070" y="4309200"/>
              <a:ext cx="231600" cy="834300"/>
              <a:chOff x="7427070" y="4309200"/>
              <a:chExt cx="231600" cy="834300"/>
            </a:xfrm>
          </p:grpSpPr>
          <p:sp>
            <p:nvSpPr>
              <p:cNvPr id="255" name="Google Shape;255;p11"/>
              <p:cNvSpPr/>
              <p:nvPr/>
            </p:nvSpPr>
            <p:spPr>
              <a:xfrm flipH="1">
                <a:off x="7427070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" name="Google Shape;256;p11"/>
              <p:cNvSpPr/>
              <p:nvPr/>
            </p:nvSpPr>
            <p:spPr>
              <a:xfrm flipH="1">
                <a:off x="7427070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11"/>
              <p:cNvSpPr/>
              <p:nvPr/>
            </p:nvSpPr>
            <p:spPr>
              <a:xfrm flipH="1">
                <a:off x="7427070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" name="Google Shape;258;p11"/>
              <p:cNvSpPr/>
              <p:nvPr/>
            </p:nvSpPr>
            <p:spPr>
              <a:xfrm flipH="1">
                <a:off x="7427070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9" name="Google Shape;259;p11"/>
            <p:cNvGrpSpPr/>
            <p:nvPr/>
          </p:nvGrpSpPr>
          <p:grpSpPr>
            <a:xfrm>
              <a:off x="8541133" y="4518900"/>
              <a:ext cx="231600" cy="624600"/>
              <a:chOff x="8541133" y="4518900"/>
              <a:chExt cx="231600" cy="624600"/>
            </a:xfrm>
          </p:grpSpPr>
          <p:sp>
            <p:nvSpPr>
              <p:cNvPr id="260" name="Google Shape;260;p11"/>
              <p:cNvSpPr/>
              <p:nvPr/>
            </p:nvSpPr>
            <p:spPr>
              <a:xfrm flipH="1">
                <a:off x="854113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" name="Google Shape;261;p11"/>
              <p:cNvSpPr/>
              <p:nvPr/>
            </p:nvSpPr>
            <p:spPr>
              <a:xfrm flipH="1">
                <a:off x="854113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" name="Google Shape;262;p11"/>
              <p:cNvSpPr/>
              <p:nvPr/>
            </p:nvSpPr>
            <p:spPr>
              <a:xfrm flipH="1">
                <a:off x="854113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63" name="Google Shape;263;p11"/>
            <p:cNvGrpSpPr/>
            <p:nvPr/>
          </p:nvGrpSpPr>
          <p:grpSpPr>
            <a:xfrm>
              <a:off x="8912488" y="4309200"/>
              <a:ext cx="231600" cy="834300"/>
              <a:chOff x="8912488" y="4309200"/>
              <a:chExt cx="231600" cy="834300"/>
            </a:xfrm>
          </p:grpSpPr>
          <p:sp>
            <p:nvSpPr>
              <p:cNvPr id="264" name="Google Shape;264;p11"/>
              <p:cNvSpPr/>
              <p:nvPr/>
            </p:nvSpPr>
            <p:spPr>
              <a:xfrm flipH="1">
                <a:off x="89124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" name="Google Shape;265;p11"/>
              <p:cNvSpPr/>
              <p:nvPr/>
            </p:nvSpPr>
            <p:spPr>
              <a:xfrm flipH="1">
                <a:off x="89124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" name="Google Shape;266;p11"/>
              <p:cNvSpPr/>
              <p:nvPr/>
            </p:nvSpPr>
            <p:spPr>
              <a:xfrm flipH="1">
                <a:off x="89124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" name="Google Shape;267;p11"/>
              <p:cNvSpPr/>
              <p:nvPr/>
            </p:nvSpPr>
            <p:spPr>
              <a:xfrm flipH="1">
                <a:off x="89124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68" name="Google Shape;268;p11"/>
          <p:cNvSpPr txBox="1"/>
          <p:nvPr>
            <p:ph hasCustomPrompt="1" type="title"/>
          </p:nvPr>
        </p:nvSpPr>
        <p:spPr>
          <a:xfrm>
            <a:off x="1388625" y="772725"/>
            <a:ext cx="6366900" cy="186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9" name="Google Shape;269;p11"/>
          <p:cNvSpPr txBox="1"/>
          <p:nvPr>
            <p:ph idx="1" type="body"/>
          </p:nvPr>
        </p:nvSpPr>
        <p:spPr>
          <a:xfrm>
            <a:off x="1388625" y="2712300"/>
            <a:ext cx="6366900" cy="11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0" name="Google Shape;270;p1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omentu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●"/>
              <a:defRPr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"/>
          <p:cNvSpPr txBox="1"/>
          <p:nvPr>
            <p:ph type="ctrTitle"/>
          </p:nvPr>
        </p:nvSpPr>
        <p:spPr>
          <a:xfrm>
            <a:off x="311700" y="1069150"/>
            <a:ext cx="8520600" cy="1047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/>
              <a:t>CIB Mango Tree</a:t>
            </a:r>
            <a:endParaRPr sz="5000"/>
          </a:p>
        </p:txBody>
      </p:sp>
      <p:sp>
        <p:nvSpPr>
          <p:cNvPr id="278" name="Google Shape;278;p13"/>
          <p:cNvSpPr txBox="1"/>
          <p:nvPr>
            <p:ph idx="1" type="subTitle"/>
          </p:nvPr>
        </p:nvSpPr>
        <p:spPr>
          <a:xfrm>
            <a:off x="311700" y="2175450"/>
            <a:ext cx="8520600" cy="52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DETECTING COORDINATED BEHAVIOR ON SOCIAL MEDIA</a:t>
            </a:r>
            <a:endParaRPr/>
          </a:p>
        </p:txBody>
      </p:sp>
      <p:sp>
        <p:nvSpPr>
          <p:cNvPr id="279" name="Google Shape;279;p13"/>
          <p:cNvSpPr txBox="1"/>
          <p:nvPr>
            <p:ph idx="1" type="subTitle"/>
          </p:nvPr>
        </p:nvSpPr>
        <p:spPr>
          <a:xfrm>
            <a:off x="311700" y="276125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b="1" lang="en" sz="1080"/>
              <a:t>Long Hai Huynh</a:t>
            </a:r>
            <a:endParaRPr b="1" sz="1080"/>
          </a:p>
          <a:p>
            <a:pPr indent="0" lvl="0" marL="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605"/>
              <a:buNone/>
            </a:pPr>
            <a:r>
              <a:rPr lang="en" sz="1080"/>
              <a:t>The George Washington University</a:t>
            </a:r>
            <a:endParaRPr sz="1080"/>
          </a:p>
          <a:p>
            <a:pPr indent="0" lvl="0" marL="0" rtl="0" algn="l">
              <a:lnSpc>
                <a:spcPct val="80000"/>
              </a:lnSpc>
              <a:spcBef>
                <a:spcPts val="1000"/>
              </a:spcBef>
              <a:spcAft>
                <a:spcPts val="1000"/>
              </a:spcAft>
              <a:buSzPts val="605"/>
              <a:buNone/>
            </a:pPr>
            <a:r>
              <a:rPr lang="en" sz="1080"/>
              <a:t>Capstone Project - Fall 2025</a:t>
            </a:r>
            <a:endParaRPr sz="108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“Black Box” Problem</a:t>
            </a:r>
            <a:endParaRPr/>
          </a:p>
        </p:txBody>
      </p:sp>
      <p:sp>
        <p:nvSpPr>
          <p:cNvPr id="285" name="Google Shape;285;p14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The Threat: Coordinated Inauthentic Behavior (CIB) is scaling rapidly</a:t>
            </a:r>
            <a:endParaRPr/>
          </a:p>
          <a:p>
            <a:pPr indent="-31115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The Blind Spot: We lack “Ground Truth” labels. We don’t know who the bad actors are</a:t>
            </a:r>
            <a:endParaRPr/>
          </a:p>
          <a:p>
            <a:pPr indent="-311150" lvl="0" marL="457200" rtl="0" algn="l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SzPts val="1300"/>
              <a:buChar char="●"/>
            </a:pPr>
            <a:r>
              <a:rPr lang="en"/>
              <a:t>The Question: Without labels, how do we scientifically distinguish a </a:t>
            </a:r>
            <a:r>
              <a:rPr b="1" lang="en">
                <a:solidFill>
                  <a:srgbClr val="45818E"/>
                </a:solidFill>
              </a:rPr>
              <a:t>coordinated attack</a:t>
            </a:r>
            <a:r>
              <a:rPr lang="en"/>
              <a:t> from organic trend?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Methodology</a:t>
            </a:r>
            <a:endParaRPr/>
          </a:p>
        </p:txBody>
      </p:sp>
      <p:sp>
        <p:nvSpPr>
          <p:cNvPr id="291" name="Google Shape;291;p15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4-stage pipeline built on 47,403 Truth Social posts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92" name="Google Shape;292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2013" y="2503476"/>
            <a:ext cx="6499975" cy="1638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6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Burst Detection</a:t>
            </a:r>
            <a:endParaRPr/>
          </a:p>
        </p:txBody>
      </p:sp>
      <p:sp>
        <p:nvSpPr>
          <p:cNvPr id="298" name="Google Shape;298;p16"/>
          <p:cNvSpPr txBox="1"/>
          <p:nvPr>
            <p:ph idx="1" type="body"/>
          </p:nvPr>
        </p:nvSpPr>
        <p:spPr>
          <a:xfrm>
            <a:off x="1303800" y="1990050"/>
            <a:ext cx="32682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Kleinberg’s Algorithm: Identifies time windows where activity spikes above baseline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Core Idea: Contributor Selection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1000"/>
              </a:spcAft>
              <a:buSzPts val="1300"/>
              <a:buChar char="●"/>
            </a:pPr>
            <a:r>
              <a:rPr lang="en"/>
              <a:t>The Result: we filtered out casual users, reducing noise from thousands of users to just active few hundred participants per burst.</a:t>
            </a:r>
            <a:endParaRPr/>
          </a:p>
        </p:txBody>
      </p:sp>
      <p:pic>
        <p:nvPicPr>
          <p:cNvPr id="299" name="Google Shape;299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24400" y="1750275"/>
            <a:ext cx="3901798" cy="2781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7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Coordination Analysis</a:t>
            </a:r>
            <a:endParaRPr/>
          </a:p>
        </p:txBody>
      </p:sp>
      <p:sp>
        <p:nvSpPr>
          <p:cNvPr id="305" name="Google Shape;305;p17"/>
          <p:cNvSpPr txBox="1"/>
          <p:nvPr>
            <p:ph idx="1" type="body"/>
          </p:nvPr>
        </p:nvSpPr>
        <p:spPr>
          <a:xfrm>
            <a:off x="1303800" y="2345925"/>
            <a:ext cx="3268200" cy="218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45818E"/>
                </a:solidFill>
              </a:rPr>
              <a:t>Phase 1-4 (Accepted):</a:t>
            </a:r>
            <a:endParaRPr b="1">
              <a:solidFill>
                <a:srgbClr val="45818E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✔ Content Similarity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✔ </a:t>
            </a:r>
            <a:r>
              <a:rPr lang="en"/>
              <a:t>Hashtag Coordination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✔ </a:t>
            </a:r>
            <a:r>
              <a:rPr lang="en"/>
              <a:t>URL Sharing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✔ </a:t>
            </a:r>
            <a:r>
              <a:rPr lang="en"/>
              <a:t>Retweet Amplification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✔ </a:t>
            </a:r>
            <a:r>
              <a:rPr lang="en"/>
              <a:t>Temporal Synchronization</a:t>
            </a:r>
            <a:endParaRPr/>
          </a:p>
        </p:txBody>
      </p:sp>
      <p:sp>
        <p:nvSpPr>
          <p:cNvPr id="306" name="Google Shape;306;p17"/>
          <p:cNvSpPr txBox="1"/>
          <p:nvPr>
            <p:ph idx="1" type="body"/>
          </p:nvPr>
        </p:nvSpPr>
        <p:spPr>
          <a:xfrm>
            <a:off x="5066100" y="2345850"/>
            <a:ext cx="3268200" cy="218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CC4125"/>
                </a:solidFill>
              </a:rPr>
              <a:t>Phase 5 (Rejected):</a:t>
            </a:r>
            <a:endParaRPr b="1">
              <a:solidFill>
                <a:srgbClr val="CC4125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Signal: “Mechanical Posting”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Result: Double detection (+105%) but introduced </a:t>
            </a:r>
            <a:r>
              <a:rPr lang="en">
                <a:solidFill>
                  <a:srgbClr val="CC4125"/>
                </a:solidFill>
              </a:rPr>
              <a:t>False Positives</a:t>
            </a:r>
            <a:r>
              <a:rPr lang="en"/>
              <a:t> due to timezone coincident. </a:t>
            </a:r>
            <a:endParaRPr/>
          </a:p>
        </p:txBody>
      </p:sp>
      <p:sp>
        <p:nvSpPr>
          <p:cNvPr id="307" name="Google Shape;307;p17"/>
          <p:cNvSpPr txBox="1"/>
          <p:nvPr>
            <p:ph idx="1" type="body"/>
          </p:nvPr>
        </p:nvSpPr>
        <p:spPr>
          <a:xfrm>
            <a:off x="1303800" y="1649400"/>
            <a:ext cx="70305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 tested 5 signals in a “Phase Additive” framework: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8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Findings: Signal Hierarchy</a:t>
            </a:r>
            <a:endParaRPr/>
          </a:p>
        </p:txBody>
      </p:sp>
      <p:sp>
        <p:nvSpPr>
          <p:cNvPr id="313" name="Google Shape;313;p18"/>
          <p:cNvSpPr txBox="1"/>
          <p:nvPr>
            <p:ph idx="1" type="body"/>
          </p:nvPr>
        </p:nvSpPr>
        <p:spPr>
          <a:xfrm>
            <a:off x="4572000" y="1990050"/>
            <a:ext cx="37623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CC4125"/>
                </a:solidFill>
              </a:rPr>
              <a:t>Retweets (96.1%):</a:t>
            </a:r>
            <a:r>
              <a:rPr lang="en"/>
              <a:t> The “smoking gun.” The primary mechanism of coordination.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>
                <a:solidFill>
                  <a:srgbClr val="3C78D8"/>
                </a:solidFill>
              </a:rPr>
              <a:t>Content signals (~1.3%): </a:t>
            </a:r>
            <a:r>
              <a:rPr lang="en"/>
              <a:t>Surprisingly low impact. Coordinated actors rarely copy and paste text exactly </a:t>
            </a:r>
            <a:endParaRPr/>
          </a:p>
        </p:txBody>
      </p:sp>
      <p:pic>
        <p:nvPicPr>
          <p:cNvPr id="314" name="Google Shape;31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1200" y="1990050"/>
            <a:ext cx="3948475" cy="2369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9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pairs to Networks</a:t>
            </a:r>
            <a:endParaRPr/>
          </a:p>
        </p:txBody>
      </p:sp>
      <p:sp>
        <p:nvSpPr>
          <p:cNvPr id="320" name="Google Shape;320;p19"/>
          <p:cNvSpPr txBox="1"/>
          <p:nvPr>
            <p:ph idx="1" type="body"/>
          </p:nvPr>
        </p:nvSpPr>
        <p:spPr>
          <a:xfrm>
            <a:off x="4572000" y="1990050"/>
            <a:ext cx="34251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en"/>
              <a:t>Input: </a:t>
            </a:r>
            <a:r>
              <a:rPr lang="en"/>
              <a:t>1,110 Coordination Paris detected.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en"/>
              <a:t>The Logic:</a:t>
            </a:r>
            <a:r>
              <a:rPr lang="en"/>
              <a:t> Pairs become Weighted Edges in NetworkX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en"/>
              <a:t>Edge Weight:</a:t>
            </a:r>
            <a:r>
              <a:rPr lang="en"/>
              <a:t> Maximum Confidence score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en"/>
              <a:t>Result:</a:t>
            </a:r>
            <a:r>
              <a:rPr lang="en"/>
              <a:t> Collapsed </a:t>
            </a:r>
            <a:r>
              <a:rPr lang="en"/>
              <a:t>pairs into 20 distinct Connected Networks</a:t>
            </a:r>
            <a:endParaRPr/>
          </a:p>
        </p:txBody>
      </p:sp>
      <p:pic>
        <p:nvPicPr>
          <p:cNvPr id="321" name="Google Shape;32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03800" y="2129275"/>
            <a:ext cx="2579276" cy="2402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0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Alternative: Temporal Clustering</a:t>
            </a:r>
            <a:endParaRPr/>
          </a:p>
        </p:txBody>
      </p:sp>
      <p:sp>
        <p:nvSpPr>
          <p:cNvPr id="327" name="Google Shape;327;p20"/>
          <p:cNvSpPr txBox="1"/>
          <p:nvPr>
            <p:ph idx="1" type="body"/>
          </p:nvPr>
        </p:nvSpPr>
        <p:spPr>
          <a:xfrm>
            <a:off x="1303800" y="1990050"/>
            <a:ext cx="33276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en"/>
              <a:t>Do bots share “Temporal Personas”?</a:t>
            </a:r>
            <a:endParaRPr b="1"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b="1" lang="en"/>
              <a:t>Method: </a:t>
            </a:r>
            <a:r>
              <a:rPr lang="en"/>
              <a:t>K-Means Clustering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b="1" lang="en"/>
              <a:t>Result:</a:t>
            </a:r>
            <a:r>
              <a:rPr lang="en"/>
              <a:t> found 4 behaviors</a:t>
            </a:r>
            <a:endParaRPr sz="1050">
              <a:solidFill>
                <a:srgbClr val="81C995"/>
              </a:solidFill>
              <a:highlight>
                <a:srgbClr val="1E1F20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-311150" lvl="0" marL="457200" rtl="0" algn="l">
              <a:spcBef>
                <a:spcPts val="1000"/>
              </a:spcBef>
              <a:spcAft>
                <a:spcPts val="1000"/>
              </a:spcAft>
              <a:buSzPts val="1300"/>
              <a:buChar char="●"/>
            </a:pPr>
            <a:r>
              <a:rPr b="1" lang="en"/>
              <a:t>Limitation:</a:t>
            </a:r>
            <a:r>
              <a:rPr lang="en"/>
              <a:t> Without original timezone metadata (UTC issue), we cannot verify if this is coordination</a:t>
            </a:r>
            <a:endParaRPr/>
          </a:p>
        </p:txBody>
      </p:sp>
      <p:pic>
        <p:nvPicPr>
          <p:cNvPr id="328" name="Google Shape;328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3800" y="1750275"/>
            <a:ext cx="3757799" cy="268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21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 Analysis</a:t>
            </a:r>
            <a:endParaRPr/>
          </a:p>
        </p:txBody>
      </p:sp>
      <p:sp>
        <p:nvSpPr>
          <p:cNvPr id="334" name="Google Shape;334;p21"/>
          <p:cNvSpPr txBox="1"/>
          <p:nvPr>
            <p:ph idx="1" type="body"/>
          </p:nvPr>
        </p:nvSpPr>
        <p:spPr>
          <a:xfrm>
            <a:off x="1303800" y="1990050"/>
            <a:ext cx="31194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We detected 20 networks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Network 1 is (153 accounts) is dominant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Conclusion: </a:t>
            </a:r>
            <a:r>
              <a:rPr lang="en"/>
              <a:t>organized</a:t>
            </a:r>
            <a:r>
              <a:rPr lang="en"/>
              <a:t> sub-communities, not a random botnet</a:t>
            </a:r>
            <a:endParaRPr/>
          </a:p>
        </p:txBody>
      </p:sp>
      <p:pic>
        <p:nvPicPr>
          <p:cNvPr id="335" name="Google Shape;335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5600" y="1750275"/>
            <a:ext cx="3709201" cy="2365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2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Dashboard</a:t>
            </a:r>
            <a:endParaRPr/>
          </a:p>
        </p:txBody>
      </p:sp>
      <p:sp>
        <p:nvSpPr>
          <p:cNvPr id="341" name="Google Shape;341;p22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3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Conclusion</a:t>
            </a:r>
            <a:endParaRPr/>
          </a:p>
        </p:txBody>
      </p:sp>
      <p:sp>
        <p:nvSpPr>
          <p:cNvPr id="347" name="Google Shape;347;p23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en"/>
              <a:t>Retweets are King:</a:t>
            </a:r>
            <a:r>
              <a:rPr lang="en"/>
              <a:t> Retweet amplification accounts for 96.1% of detections. Complex content analysis adds minimal value.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b="1" lang="en"/>
              <a:t>Rigor over Quantity:</a:t>
            </a:r>
            <a:r>
              <a:rPr lang="en"/>
              <a:t> We rejected behavioral patterns (Phase 5) because precision matters more than high </a:t>
            </a:r>
            <a:r>
              <a:rPr lang="en"/>
              <a:t>detection</a:t>
            </a:r>
            <a:r>
              <a:rPr lang="en"/>
              <a:t> counts.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Coordination is not random</a:t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